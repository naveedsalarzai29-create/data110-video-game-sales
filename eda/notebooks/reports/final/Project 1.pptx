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31906A-F261-4B4B-9253-EDB690A4875D}" v="31" dt="2026-10-28T19:55:07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9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d Ahmad" userId="e08b9e553f073ab3" providerId="LiveId" clId="{E423C093-9637-4A57-9203-0BDE9B4904FF}"/>
    <pc:docChg chg="undo custSel addSld modSld modMainMaster">
      <pc:chgData name="Naveed Ahmad" userId="e08b9e553f073ab3" providerId="LiveId" clId="{E423C093-9637-4A57-9203-0BDE9B4904FF}" dt="2026-10-28T19:24:32.864" v="666"/>
      <pc:docMkLst>
        <pc:docMk/>
      </pc:docMkLst>
      <pc:sldChg chg="addSp delSp modSp new mod">
        <pc:chgData name="Naveed Ahmad" userId="e08b9e553f073ab3" providerId="LiveId" clId="{E423C093-9637-4A57-9203-0BDE9B4904FF}" dt="2026-10-28T19:24:32.864" v="666"/>
        <pc:sldMkLst>
          <pc:docMk/>
          <pc:sldMk cId="2735769926" sldId="256"/>
        </pc:sldMkLst>
        <pc:spChg chg="del mod">
          <ac:chgData name="Naveed Ahmad" userId="e08b9e553f073ab3" providerId="LiveId" clId="{E423C093-9637-4A57-9203-0BDE9B4904FF}" dt="2026-10-28T18:10:48.781" v="30" actId="21"/>
          <ac:spMkLst>
            <pc:docMk/>
            <pc:sldMk cId="2735769926" sldId="256"/>
            <ac:spMk id="2" creationId="{1150352F-9606-E83B-504D-205E12B2F535}"/>
          </ac:spMkLst>
        </pc:spChg>
        <pc:spChg chg="mod">
          <ac:chgData name="Naveed Ahmad" userId="e08b9e553f073ab3" providerId="LiveId" clId="{E423C093-9637-4A57-9203-0BDE9B4904FF}" dt="2026-10-28T18:15:15.740" v="121" actId="207"/>
          <ac:spMkLst>
            <pc:docMk/>
            <pc:sldMk cId="2735769926" sldId="256"/>
            <ac:spMk id="3" creationId="{336B73D9-2536-2FBB-037C-EFD7952F8FDF}"/>
          </ac:spMkLst>
        </pc:spChg>
        <pc:spChg chg="add mod">
          <ac:chgData name="Naveed Ahmad" userId="e08b9e553f073ab3" providerId="LiveId" clId="{E423C093-9637-4A57-9203-0BDE9B4904FF}" dt="2026-10-28T18:18:13.491" v="170" actId="113"/>
          <ac:spMkLst>
            <pc:docMk/>
            <pc:sldMk cId="2735769926" sldId="256"/>
            <ac:spMk id="5" creationId="{92E5963B-2E64-7998-4911-78519FFC5CC3}"/>
          </ac:spMkLst>
        </pc:spChg>
        <pc:spChg chg="add mod">
          <ac:chgData name="Naveed Ahmad" userId="e08b9e553f073ab3" providerId="LiveId" clId="{E423C093-9637-4A57-9203-0BDE9B4904FF}" dt="2026-10-28T19:24:24.454" v="660"/>
          <ac:spMkLst>
            <pc:docMk/>
            <pc:sldMk cId="2735769926" sldId="256"/>
            <ac:spMk id="7" creationId="{D8ADC54C-F552-41A2-ADFD-A3A4CA6E2C8A}"/>
          </ac:spMkLst>
        </pc:spChg>
        <pc:spChg chg="add mod">
          <ac:chgData name="Naveed Ahmad" userId="e08b9e553f073ab3" providerId="LiveId" clId="{E423C093-9637-4A57-9203-0BDE9B4904FF}" dt="2026-10-28T19:24:32.864" v="666"/>
          <ac:spMkLst>
            <pc:docMk/>
            <pc:sldMk cId="2735769926" sldId="256"/>
            <ac:spMk id="9" creationId="{54E9AAAF-BFED-786E-F9C0-7BA337664EB1}"/>
          </ac:spMkLst>
        </pc:spChg>
        <pc:spChg chg="add">
          <ac:chgData name="Naveed Ahmad" userId="e08b9e553f073ab3" providerId="LiveId" clId="{E423C093-9637-4A57-9203-0BDE9B4904FF}" dt="2026-10-28T18:15:47.024" v="125" actId="22"/>
          <ac:spMkLst>
            <pc:docMk/>
            <pc:sldMk cId="2735769926" sldId="256"/>
            <ac:spMk id="11" creationId="{C90DBB94-03DE-64CA-FF7B-F63EB9DFB9D7}"/>
          </ac:spMkLst>
        </pc:spChg>
        <pc:spChg chg="add mod">
          <ac:chgData name="Naveed Ahmad" userId="e08b9e553f073ab3" providerId="LiveId" clId="{E423C093-9637-4A57-9203-0BDE9B4904FF}" dt="2026-10-28T18:16:01.345" v="128" actId="1076"/>
          <ac:spMkLst>
            <pc:docMk/>
            <pc:sldMk cId="2735769926" sldId="256"/>
            <ac:spMk id="13" creationId="{DEC03ABC-D26E-1607-F548-9BC82D8F031E}"/>
          </ac:spMkLst>
        </pc:spChg>
        <pc:spChg chg="add mod">
          <ac:chgData name="Naveed Ahmad" userId="e08b9e553f073ab3" providerId="LiveId" clId="{E423C093-9637-4A57-9203-0BDE9B4904FF}" dt="2026-10-28T18:16:11.503" v="130" actId="1076"/>
          <ac:spMkLst>
            <pc:docMk/>
            <pc:sldMk cId="2735769926" sldId="256"/>
            <ac:spMk id="15" creationId="{42FB33BB-977B-1A89-5EF8-C6A69686FE29}"/>
          </ac:spMkLst>
        </pc:spChg>
      </pc:sldChg>
      <pc:sldChg chg="addSp delSp modSp new mod">
        <pc:chgData name="Naveed Ahmad" userId="e08b9e553f073ab3" providerId="LiveId" clId="{E423C093-9637-4A57-9203-0BDE9B4904FF}" dt="2026-10-28T18:31:40.315" v="411" actId="255"/>
        <pc:sldMkLst>
          <pc:docMk/>
          <pc:sldMk cId="1107436783" sldId="257"/>
        </pc:sldMkLst>
        <pc:spChg chg="mod">
          <ac:chgData name="Naveed Ahmad" userId="e08b9e553f073ab3" providerId="LiveId" clId="{E423C093-9637-4A57-9203-0BDE9B4904FF}" dt="2026-10-28T18:31:40.315" v="411" actId="255"/>
          <ac:spMkLst>
            <pc:docMk/>
            <pc:sldMk cId="1107436783" sldId="257"/>
            <ac:spMk id="2" creationId="{3D0A280A-92C3-828E-D53D-56CFF4DBDAAF}"/>
          </ac:spMkLst>
        </pc:spChg>
        <pc:spChg chg="mod">
          <ac:chgData name="Naveed Ahmad" userId="e08b9e553f073ab3" providerId="LiveId" clId="{E423C093-9637-4A57-9203-0BDE9B4904FF}" dt="2026-10-28T18:26:29.015" v="328" actId="20577"/>
          <ac:spMkLst>
            <pc:docMk/>
            <pc:sldMk cId="1107436783" sldId="257"/>
            <ac:spMk id="3" creationId="{FE7284B1-B0C6-6E08-2798-EDD3818AE035}"/>
          </ac:spMkLst>
        </pc:spChg>
        <pc:spChg chg="add mod">
          <ac:chgData name="Naveed Ahmad" userId="e08b9e553f073ab3" providerId="LiveId" clId="{E423C093-9637-4A57-9203-0BDE9B4904FF}" dt="2026-10-28T18:19:59.268" v="241" actId="14100"/>
          <ac:spMkLst>
            <pc:docMk/>
            <pc:sldMk cId="1107436783" sldId="257"/>
            <ac:spMk id="5" creationId="{C8910DC3-6923-F883-0C7D-9EEDA2666757}"/>
          </ac:spMkLst>
        </pc:spChg>
        <pc:spChg chg="add mod">
          <ac:chgData name="Naveed Ahmad" userId="e08b9e553f073ab3" providerId="LiveId" clId="{E423C093-9637-4A57-9203-0BDE9B4904FF}" dt="2026-10-28T18:20:06.131" v="243" actId="1076"/>
          <ac:spMkLst>
            <pc:docMk/>
            <pc:sldMk cId="1107436783" sldId="257"/>
            <ac:spMk id="7" creationId="{490D6045-31FA-F8F9-2C35-88C33802E827}"/>
          </ac:spMkLst>
        </pc:spChg>
        <pc:spChg chg="add mod">
          <ac:chgData name="Naveed Ahmad" userId="e08b9e553f073ab3" providerId="LiveId" clId="{E423C093-9637-4A57-9203-0BDE9B4904FF}" dt="2026-10-28T18:20:11.467" v="245" actId="1076"/>
          <ac:spMkLst>
            <pc:docMk/>
            <pc:sldMk cId="1107436783" sldId="257"/>
            <ac:spMk id="9" creationId="{C7902884-507D-A8AF-DA2D-960D560F343D}"/>
          </ac:spMkLst>
        </pc:spChg>
        <pc:spChg chg="add mod">
          <ac:chgData name="Naveed Ahmad" userId="e08b9e553f073ab3" providerId="LiveId" clId="{E423C093-9637-4A57-9203-0BDE9B4904FF}" dt="2026-10-28T18:20:24.976" v="248" actId="1076"/>
          <ac:spMkLst>
            <pc:docMk/>
            <pc:sldMk cId="1107436783" sldId="257"/>
            <ac:spMk id="11" creationId="{7E4A25FC-A2A2-2845-CF7B-0270A867A5B4}"/>
          </ac:spMkLst>
        </pc:spChg>
        <pc:spChg chg="add mod">
          <ac:chgData name="Naveed Ahmad" userId="e08b9e553f073ab3" providerId="LiveId" clId="{E423C093-9637-4A57-9203-0BDE9B4904FF}" dt="2026-10-28T18:24:48.471" v="274"/>
          <ac:spMkLst>
            <pc:docMk/>
            <pc:sldMk cId="1107436783" sldId="257"/>
            <ac:spMk id="13" creationId="{E49BEEA1-98BE-D3AA-DDF2-053191C04CD9}"/>
          </ac:spMkLst>
        </pc:spChg>
        <pc:spChg chg="add del">
          <ac:chgData name="Naveed Ahmad" userId="e08b9e553f073ab3" providerId="LiveId" clId="{E423C093-9637-4A57-9203-0BDE9B4904FF}" dt="2026-10-28T18:20:51.701" v="251" actId="22"/>
          <ac:spMkLst>
            <pc:docMk/>
            <pc:sldMk cId="1107436783" sldId="257"/>
            <ac:spMk id="15" creationId="{265F44AB-10FC-E400-7A84-52A2AFEC0E0C}"/>
          </ac:spMkLst>
        </pc:spChg>
        <pc:spChg chg="add">
          <ac:chgData name="Naveed Ahmad" userId="e08b9e553f073ab3" providerId="LiveId" clId="{E423C093-9637-4A57-9203-0BDE9B4904FF}" dt="2026-10-28T18:20:58.650" v="252" actId="22"/>
          <ac:spMkLst>
            <pc:docMk/>
            <pc:sldMk cId="1107436783" sldId="257"/>
            <ac:spMk id="17" creationId="{03BABFB2-F450-A29E-4583-11BCD72E82EC}"/>
          </ac:spMkLst>
        </pc:spChg>
        <pc:spChg chg="add del">
          <ac:chgData name="Naveed Ahmad" userId="e08b9e553f073ab3" providerId="LiveId" clId="{E423C093-9637-4A57-9203-0BDE9B4904FF}" dt="2026-10-28T18:21:21.815" v="254" actId="22"/>
          <ac:spMkLst>
            <pc:docMk/>
            <pc:sldMk cId="1107436783" sldId="257"/>
            <ac:spMk id="19" creationId="{3D472FA0-4C9D-8EFB-A434-0AB8B42A99CF}"/>
          </ac:spMkLst>
        </pc:spChg>
        <pc:spChg chg="add mod">
          <ac:chgData name="Naveed Ahmad" userId="e08b9e553f073ab3" providerId="LiveId" clId="{E423C093-9637-4A57-9203-0BDE9B4904FF}" dt="2026-10-28T18:24:52.744" v="275"/>
          <ac:spMkLst>
            <pc:docMk/>
            <pc:sldMk cId="1107436783" sldId="257"/>
            <ac:spMk id="21" creationId="{782479B5-316E-33F5-CB84-BAF9F99A9E45}"/>
          </ac:spMkLst>
        </pc:spChg>
        <pc:spChg chg="add">
          <ac:chgData name="Naveed Ahmad" userId="e08b9e553f073ab3" providerId="LiveId" clId="{E423C093-9637-4A57-9203-0BDE9B4904FF}" dt="2026-10-28T18:21:47.256" v="256" actId="22"/>
          <ac:spMkLst>
            <pc:docMk/>
            <pc:sldMk cId="1107436783" sldId="257"/>
            <ac:spMk id="23" creationId="{FBE01C79-1D1C-3DBC-FAF3-B471B2942806}"/>
          </ac:spMkLst>
        </pc:spChg>
        <pc:spChg chg="add del">
          <ac:chgData name="Naveed Ahmad" userId="e08b9e553f073ab3" providerId="LiveId" clId="{E423C093-9637-4A57-9203-0BDE9B4904FF}" dt="2026-10-28T18:21:56.476" v="258" actId="22"/>
          <ac:spMkLst>
            <pc:docMk/>
            <pc:sldMk cId="1107436783" sldId="257"/>
            <ac:spMk id="25" creationId="{6C75C4CC-AB31-03F6-DBE1-94BCF7531BE6}"/>
          </ac:spMkLst>
        </pc:spChg>
        <pc:spChg chg="add del">
          <ac:chgData name="Naveed Ahmad" userId="e08b9e553f073ab3" providerId="LiveId" clId="{E423C093-9637-4A57-9203-0BDE9B4904FF}" dt="2026-10-28T18:22:03.209" v="260" actId="22"/>
          <ac:spMkLst>
            <pc:docMk/>
            <pc:sldMk cId="1107436783" sldId="257"/>
            <ac:spMk id="27" creationId="{7BF8F832-A4B9-92D0-C2E9-828781C4D0B1}"/>
          </ac:spMkLst>
        </pc:spChg>
        <pc:spChg chg="add del">
          <ac:chgData name="Naveed Ahmad" userId="e08b9e553f073ab3" providerId="LiveId" clId="{E423C093-9637-4A57-9203-0BDE9B4904FF}" dt="2026-10-28T18:22:12.682" v="262" actId="22"/>
          <ac:spMkLst>
            <pc:docMk/>
            <pc:sldMk cId="1107436783" sldId="257"/>
            <ac:spMk id="29" creationId="{5A385913-67F3-958D-7B8F-F299137254C4}"/>
          </ac:spMkLst>
        </pc:spChg>
        <pc:spChg chg="add mod">
          <ac:chgData name="Naveed Ahmad" userId="e08b9e553f073ab3" providerId="LiveId" clId="{E423C093-9637-4A57-9203-0BDE9B4904FF}" dt="2026-10-28T18:24:54.898" v="276"/>
          <ac:spMkLst>
            <pc:docMk/>
            <pc:sldMk cId="1107436783" sldId="257"/>
            <ac:spMk id="31" creationId="{FC925DAF-7457-A38C-D519-166865030057}"/>
          </ac:spMkLst>
        </pc:spChg>
        <pc:spChg chg="add del">
          <ac:chgData name="Naveed Ahmad" userId="e08b9e553f073ab3" providerId="LiveId" clId="{E423C093-9637-4A57-9203-0BDE9B4904FF}" dt="2026-10-28T18:23:14.305" v="265" actId="22"/>
          <ac:spMkLst>
            <pc:docMk/>
            <pc:sldMk cId="1107436783" sldId="257"/>
            <ac:spMk id="33" creationId="{4AA9985A-4B20-AB07-D5C4-5288E77847AB}"/>
          </ac:spMkLst>
        </pc:spChg>
        <pc:spChg chg="add mod">
          <ac:chgData name="Naveed Ahmad" userId="e08b9e553f073ab3" providerId="LiveId" clId="{E423C093-9637-4A57-9203-0BDE9B4904FF}" dt="2026-10-28T18:23:45.697" v="267" actId="1076"/>
          <ac:spMkLst>
            <pc:docMk/>
            <pc:sldMk cId="1107436783" sldId="257"/>
            <ac:spMk id="35" creationId="{CA38C64C-FA09-4155-8B4D-0AD0CF4353B2}"/>
          </ac:spMkLst>
        </pc:spChg>
        <pc:spChg chg="add mod">
          <ac:chgData name="Naveed Ahmad" userId="e08b9e553f073ab3" providerId="LiveId" clId="{E423C093-9637-4A57-9203-0BDE9B4904FF}" dt="2026-10-28T18:25:09.127" v="278" actId="1076"/>
          <ac:spMkLst>
            <pc:docMk/>
            <pc:sldMk cId="1107436783" sldId="257"/>
            <ac:spMk id="37" creationId="{610EB761-14B1-5BDB-48C7-76E8E815B2E6}"/>
          </ac:spMkLst>
        </pc:spChg>
        <pc:spChg chg="add mod">
          <ac:chgData name="Naveed Ahmad" userId="e08b9e553f073ab3" providerId="LiveId" clId="{E423C093-9637-4A57-9203-0BDE9B4904FF}" dt="2026-10-28T18:24:28.400" v="271" actId="1076"/>
          <ac:spMkLst>
            <pc:docMk/>
            <pc:sldMk cId="1107436783" sldId="257"/>
            <ac:spMk id="39" creationId="{8E39D222-BC77-FCE9-FFC3-2473FAEAD4E1}"/>
          </ac:spMkLst>
        </pc:spChg>
        <pc:spChg chg="add mod">
          <ac:chgData name="Naveed Ahmad" userId="e08b9e553f073ab3" providerId="LiveId" clId="{E423C093-9637-4A57-9203-0BDE9B4904FF}" dt="2026-10-28T18:26:26.138" v="327" actId="767"/>
          <ac:spMkLst>
            <pc:docMk/>
            <pc:sldMk cId="1107436783" sldId="257"/>
            <ac:spMk id="40" creationId="{95BB022D-1D8D-CEFE-17E3-9E4EC523B44E}"/>
          </ac:spMkLst>
        </pc:spChg>
        <pc:spChg chg="add mod">
          <ac:chgData name="Naveed Ahmad" userId="e08b9e553f073ab3" providerId="LiveId" clId="{E423C093-9637-4A57-9203-0BDE9B4904FF}" dt="2026-10-28T18:27:34.397" v="345" actId="2710"/>
          <ac:spMkLst>
            <pc:docMk/>
            <pc:sldMk cId="1107436783" sldId="257"/>
            <ac:spMk id="42" creationId="{C9AEC9A4-D9E3-9FC7-A93F-9B2B8070EB41}"/>
          </ac:spMkLst>
        </pc:spChg>
      </pc:sldChg>
      <pc:sldChg chg="addSp delSp modSp new mod">
        <pc:chgData name="Naveed Ahmad" userId="e08b9e553f073ab3" providerId="LiveId" clId="{E423C093-9637-4A57-9203-0BDE9B4904FF}" dt="2026-10-28T18:35:04.650" v="439" actId="1076"/>
        <pc:sldMkLst>
          <pc:docMk/>
          <pc:sldMk cId="1995318050" sldId="258"/>
        </pc:sldMkLst>
        <pc:spChg chg="mod">
          <ac:chgData name="Naveed Ahmad" userId="e08b9e553f073ab3" providerId="LiveId" clId="{E423C093-9637-4A57-9203-0BDE9B4904FF}" dt="2026-10-28T18:31:31.307" v="410" actId="255"/>
          <ac:spMkLst>
            <pc:docMk/>
            <pc:sldMk cId="1995318050" sldId="258"/>
            <ac:spMk id="2" creationId="{BD8D1CBE-BFF3-8917-7CA3-5E4D3642D3CE}"/>
          </ac:spMkLst>
        </pc:spChg>
        <pc:spChg chg="del">
          <ac:chgData name="Naveed Ahmad" userId="e08b9e553f073ab3" providerId="LiveId" clId="{E423C093-9637-4A57-9203-0BDE9B4904FF}" dt="2026-10-28T18:31:59.270" v="415" actId="21"/>
          <ac:spMkLst>
            <pc:docMk/>
            <pc:sldMk cId="1995318050" sldId="258"/>
            <ac:spMk id="3" creationId="{332B85A8-ED96-CBBB-E461-DEC08FFA0875}"/>
          </ac:spMkLst>
        </pc:spChg>
        <pc:spChg chg="add mod">
          <ac:chgData name="Naveed Ahmad" userId="e08b9e553f073ab3" providerId="LiveId" clId="{E423C093-9637-4A57-9203-0BDE9B4904FF}" dt="2026-10-28T18:31:13.312" v="408" actId="207"/>
          <ac:spMkLst>
            <pc:docMk/>
            <pc:sldMk cId="1995318050" sldId="258"/>
            <ac:spMk id="4" creationId="{EBF75C7E-D090-13D8-B5F8-88961A42B380}"/>
          </ac:spMkLst>
        </pc:spChg>
        <pc:spChg chg="add mod">
          <ac:chgData name="Naveed Ahmad" userId="e08b9e553f073ab3" providerId="LiveId" clId="{E423C093-9637-4A57-9203-0BDE9B4904FF}" dt="2026-10-28T18:32:53.674" v="429" actId="1076"/>
          <ac:spMkLst>
            <pc:docMk/>
            <pc:sldMk cId="1995318050" sldId="258"/>
            <ac:spMk id="8" creationId="{B90CBF69-B939-7E2D-B803-A543C0BB1FE0}"/>
          </ac:spMkLst>
        </pc:spChg>
        <pc:spChg chg="add">
          <ac:chgData name="Naveed Ahmad" userId="e08b9e553f073ab3" providerId="LiveId" clId="{E423C093-9637-4A57-9203-0BDE9B4904FF}" dt="2026-10-28T18:33:04.238" v="430" actId="22"/>
          <ac:spMkLst>
            <pc:docMk/>
            <pc:sldMk cId="1995318050" sldId="258"/>
            <ac:spMk id="10" creationId="{FD4567AA-2F18-70CB-404A-9F218D5855A7}"/>
          </ac:spMkLst>
        </pc:spChg>
        <pc:spChg chg="add mod">
          <ac:chgData name="Naveed Ahmad" userId="e08b9e553f073ab3" providerId="LiveId" clId="{E423C093-9637-4A57-9203-0BDE9B4904FF}" dt="2026-10-28T18:33:33.515" v="432" actId="1076"/>
          <ac:spMkLst>
            <pc:docMk/>
            <pc:sldMk cId="1995318050" sldId="258"/>
            <ac:spMk id="12" creationId="{2F721EFD-24B2-2066-0548-398AC8317333}"/>
          </ac:spMkLst>
        </pc:spChg>
        <pc:spChg chg="add">
          <ac:chgData name="Naveed Ahmad" userId="e08b9e553f073ab3" providerId="LiveId" clId="{E423C093-9637-4A57-9203-0BDE9B4904FF}" dt="2026-10-28T18:33:45.683" v="433" actId="22"/>
          <ac:spMkLst>
            <pc:docMk/>
            <pc:sldMk cId="1995318050" sldId="258"/>
            <ac:spMk id="14" creationId="{9D3F5A88-2F02-EF84-9DC8-80A6EEA41E73}"/>
          </ac:spMkLst>
        </pc:spChg>
        <pc:spChg chg="add mod">
          <ac:chgData name="Naveed Ahmad" userId="e08b9e553f073ab3" providerId="LiveId" clId="{E423C093-9637-4A57-9203-0BDE9B4904FF}" dt="2026-10-28T18:35:04.650" v="439" actId="1076"/>
          <ac:spMkLst>
            <pc:docMk/>
            <pc:sldMk cId="1995318050" sldId="258"/>
            <ac:spMk id="16" creationId="{659AE881-EBE9-47A8-16C6-91515D1AB9B9}"/>
          </ac:spMkLst>
        </pc:spChg>
        <pc:spChg chg="add mod">
          <ac:chgData name="Naveed Ahmad" userId="e08b9e553f073ab3" providerId="LiveId" clId="{E423C093-9637-4A57-9203-0BDE9B4904FF}" dt="2026-10-28T18:35:01.217" v="438" actId="1076"/>
          <ac:spMkLst>
            <pc:docMk/>
            <pc:sldMk cId="1995318050" sldId="258"/>
            <ac:spMk id="18" creationId="{143C42EB-F0EC-2F52-BA8F-02E17CCDB979}"/>
          </ac:spMkLst>
        </pc:spChg>
        <pc:picChg chg="add mod">
          <ac:chgData name="Naveed Ahmad" userId="e08b9e553f073ab3" providerId="LiveId" clId="{E423C093-9637-4A57-9203-0BDE9B4904FF}" dt="2026-10-28T18:32:02.094" v="416" actId="1076"/>
          <ac:picMkLst>
            <pc:docMk/>
            <pc:sldMk cId="1995318050" sldId="258"/>
            <ac:picMk id="6" creationId="{ABA11361-9897-E8A1-1626-BD371F13FE8E}"/>
          </ac:picMkLst>
        </pc:picChg>
      </pc:sldChg>
      <pc:sldChg chg="addSp delSp modSp new mod">
        <pc:chgData name="Naveed Ahmad" userId="e08b9e553f073ab3" providerId="LiveId" clId="{E423C093-9637-4A57-9203-0BDE9B4904FF}" dt="2026-10-28T19:04:23.947" v="513" actId="20577"/>
        <pc:sldMkLst>
          <pc:docMk/>
          <pc:sldMk cId="3361851771" sldId="259"/>
        </pc:sldMkLst>
        <pc:spChg chg="mod">
          <ac:chgData name="Naveed Ahmad" userId="e08b9e553f073ab3" providerId="LiveId" clId="{E423C093-9637-4A57-9203-0BDE9B4904FF}" dt="2026-10-28T19:02:26.934" v="487" actId="1076"/>
          <ac:spMkLst>
            <pc:docMk/>
            <pc:sldMk cId="3361851771" sldId="259"/>
            <ac:spMk id="2" creationId="{0DC36948-0573-931A-4CE2-BDA8DDBDABD1}"/>
          </ac:spMkLst>
        </pc:spChg>
        <pc:spChg chg="del">
          <ac:chgData name="Naveed Ahmad" userId="e08b9e553f073ab3" providerId="LiveId" clId="{E423C093-9637-4A57-9203-0BDE9B4904FF}" dt="2026-10-28T19:02:19.542" v="485" actId="21"/>
          <ac:spMkLst>
            <pc:docMk/>
            <pc:sldMk cId="3361851771" sldId="259"/>
            <ac:spMk id="3" creationId="{F137C195-B49C-FB80-5117-B93AF5DB6C7D}"/>
          </ac:spMkLst>
        </pc:spChg>
        <pc:spChg chg="add mod">
          <ac:chgData name="Naveed Ahmad" userId="e08b9e553f073ab3" providerId="LiveId" clId="{E423C093-9637-4A57-9203-0BDE9B4904FF}" dt="2026-10-28T18:35:46.491" v="449" actId="20577"/>
          <ac:spMkLst>
            <pc:docMk/>
            <pc:sldMk cId="3361851771" sldId="259"/>
            <ac:spMk id="5" creationId="{1CCD4E4A-52B7-392E-E090-9276E3B3F6F9}"/>
          </ac:spMkLst>
        </pc:spChg>
        <pc:spChg chg="add mod">
          <ac:chgData name="Naveed Ahmad" userId="e08b9e553f073ab3" providerId="LiveId" clId="{E423C093-9637-4A57-9203-0BDE9B4904FF}" dt="2026-10-28T19:02:43.534" v="489" actId="1076"/>
          <ac:spMkLst>
            <pc:docMk/>
            <pc:sldMk cId="3361851771" sldId="259"/>
            <ac:spMk id="9" creationId="{DE9B6AB5-D6C3-05D2-A809-D202F11A4D5F}"/>
          </ac:spMkLst>
        </pc:spChg>
        <pc:spChg chg="add mod">
          <ac:chgData name="Naveed Ahmad" userId="e08b9e553f073ab3" providerId="LiveId" clId="{E423C093-9637-4A57-9203-0BDE9B4904FF}" dt="2026-10-28T19:02:56.683" v="491" actId="1076"/>
          <ac:spMkLst>
            <pc:docMk/>
            <pc:sldMk cId="3361851771" sldId="259"/>
            <ac:spMk id="11" creationId="{4D2BE16F-740F-61D3-9A73-B62B47C751CB}"/>
          </ac:spMkLst>
        </pc:spChg>
        <pc:spChg chg="add mod">
          <ac:chgData name="Naveed Ahmad" userId="e08b9e553f073ab3" providerId="LiveId" clId="{E423C093-9637-4A57-9203-0BDE9B4904FF}" dt="2026-10-28T19:03:23.591" v="496" actId="1076"/>
          <ac:spMkLst>
            <pc:docMk/>
            <pc:sldMk cId="3361851771" sldId="259"/>
            <ac:spMk id="13" creationId="{D9AD2D52-DA2A-4505-1864-466DA56586E9}"/>
          </ac:spMkLst>
        </pc:spChg>
        <pc:spChg chg="add mod">
          <ac:chgData name="Naveed Ahmad" userId="e08b9e553f073ab3" providerId="LiveId" clId="{E423C093-9637-4A57-9203-0BDE9B4904FF}" dt="2026-10-28T19:03:36.092" v="498" actId="1076"/>
          <ac:spMkLst>
            <pc:docMk/>
            <pc:sldMk cId="3361851771" sldId="259"/>
            <ac:spMk id="15" creationId="{74822851-C609-FF8A-15C2-EFA16AFF062F}"/>
          </ac:spMkLst>
        </pc:spChg>
        <pc:spChg chg="add mod">
          <ac:chgData name="Naveed Ahmad" userId="e08b9e553f073ab3" providerId="LiveId" clId="{E423C093-9637-4A57-9203-0BDE9B4904FF}" dt="2026-10-28T19:03:42.453" v="499" actId="1076"/>
          <ac:spMkLst>
            <pc:docMk/>
            <pc:sldMk cId="3361851771" sldId="259"/>
            <ac:spMk id="17" creationId="{8A7705FF-C482-C3E8-73AE-F066889E2F7D}"/>
          </ac:spMkLst>
        </pc:spChg>
        <pc:spChg chg="add del">
          <ac:chgData name="Naveed Ahmad" userId="e08b9e553f073ab3" providerId="LiveId" clId="{E423C093-9637-4A57-9203-0BDE9B4904FF}" dt="2026-10-28T19:04:04.586" v="501" actId="22"/>
          <ac:spMkLst>
            <pc:docMk/>
            <pc:sldMk cId="3361851771" sldId="259"/>
            <ac:spMk id="19" creationId="{E6F2ECB0-84CB-3161-0D81-3B4581A88CFC}"/>
          </ac:spMkLst>
        </pc:spChg>
        <pc:spChg chg="add mod">
          <ac:chgData name="Naveed Ahmad" userId="e08b9e553f073ab3" providerId="LiveId" clId="{E423C093-9637-4A57-9203-0BDE9B4904FF}" dt="2026-10-28T19:04:23.947" v="513" actId="20577"/>
          <ac:spMkLst>
            <pc:docMk/>
            <pc:sldMk cId="3361851771" sldId="259"/>
            <ac:spMk id="21" creationId="{1805EB3F-0991-18C5-8326-59AB3DA2AE01}"/>
          </ac:spMkLst>
        </pc:spChg>
        <pc:picChg chg="add mod">
          <ac:chgData name="Naveed Ahmad" userId="e08b9e553f073ab3" providerId="LiveId" clId="{E423C093-9637-4A57-9203-0BDE9B4904FF}" dt="2026-10-28T19:02:22.595" v="486" actId="1076"/>
          <ac:picMkLst>
            <pc:docMk/>
            <pc:sldMk cId="3361851771" sldId="259"/>
            <ac:picMk id="7" creationId="{D360FE30-B0B0-E887-F9EB-96565E28E0D2}"/>
          </ac:picMkLst>
        </pc:picChg>
      </pc:sldChg>
      <pc:sldChg chg="addSp delSp modSp new mod">
        <pc:chgData name="Naveed Ahmad" userId="e08b9e553f073ab3" providerId="LiveId" clId="{E423C093-9637-4A57-9203-0BDE9B4904FF}" dt="2026-10-28T19:09:00.765" v="605" actId="1076"/>
        <pc:sldMkLst>
          <pc:docMk/>
          <pc:sldMk cId="288701529" sldId="260"/>
        </pc:sldMkLst>
        <pc:spChg chg="mod">
          <ac:chgData name="Naveed Ahmad" userId="e08b9e553f073ab3" providerId="LiveId" clId="{E423C093-9637-4A57-9203-0BDE9B4904FF}" dt="2026-10-28T19:05:53.917" v="568" actId="20577"/>
          <ac:spMkLst>
            <pc:docMk/>
            <pc:sldMk cId="288701529" sldId="260"/>
            <ac:spMk id="2" creationId="{EF7ADD0F-4864-3660-FA0A-46A0C7CF326C}"/>
          </ac:spMkLst>
        </pc:spChg>
        <pc:spChg chg="del">
          <ac:chgData name="Naveed Ahmad" userId="e08b9e553f073ab3" providerId="LiveId" clId="{E423C093-9637-4A57-9203-0BDE9B4904FF}" dt="2026-10-28T19:05:57.556" v="569" actId="21"/>
          <ac:spMkLst>
            <pc:docMk/>
            <pc:sldMk cId="288701529" sldId="260"/>
            <ac:spMk id="3" creationId="{12E15819-88F0-889C-0F30-696AE67945AD}"/>
          </ac:spMkLst>
        </pc:spChg>
        <pc:spChg chg="add mod">
          <ac:chgData name="Naveed Ahmad" userId="e08b9e553f073ab3" providerId="LiveId" clId="{E423C093-9637-4A57-9203-0BDE9B4904FF}" dt="2026-10-28T19:07:42.331" v="594" actId="20577"/>
          <ac:spMkLst>
            <pc:docMk/>
            <pc:sldMk cId="288701529" sldId="260"/>
            <ac:spMk id="5" creationId="{5DF10E39-BFB8-38B9-4465-0364D353303C}"/>
          </ac:spMkLst>
        </pc:spChg>
        <pc:spChg chg="add mod">
          <ac:chgData name="Naveed Ahmad" userId="e08b9e553f073ab3" providerId="LiveId" clId="{E423C093-9637-4A57-9203-0BDE9B4904FF}" dt="2026-10-28T19:07:22.069" v="588" actId="20577"/>
          <ac:spMkLst>
            <pc:docMk/>
            <pc:sldMk cId="288701529" sldId="260"/>
            <ac:spMk id="9" creationId="{990A8BA2-B541-ADA8-09F0-58C9053816BB}"/>
          </ac:spMkLst>
        </pc:spChg>
        <pc:spChg chg="add mod">
          <ac:chgData name="Naveed Ahmad" userId="e08b9e553f073ab3" providerId="LiveId" clId="{E423C093-9637-4A57-9203-0BDE9B4904FF}" dt="2026-10-28T19:07:51.646" v="596" actId="1076"/>
          <ac:spMkLst>
            <pc:docMk/>
            <pc:sldMk cId="288701529" sldId="260"/>
            <ac:spMk id="11" creationId="{300A1868-DAEB-6735-E951-B86F5B01FF5A}"/>
          </ac:spMkLst>
        </pc:spChg>
        <pc:spChg chg="add">
          <ac:chgData name="Naveed Ahmad" userId="e08b9e553f073ab3" providerId="LiveId" clId="{E423C093-9637-4A57-9203-0BDE9B4904FF}" dt="2026-10-28T19:07:58.795" v="597" actId="22"/>
          <ac:spMkLst>
            <pc:docMk/>
            <pc:sldMk cId="288701529" sldId="260"/>
            <ac:spMk id="13" creationId="{534EFF35-A69A-3051-A8DE-713CCB7F2719}"/>
          </ac:spMkLst>
        </pc:spChg>
        <pc:spChg chg="add">
          <ac:chgData name="Naveed Ahmad" userId="e08b9e553f073ab3" providerId="LiveId" clId="{E423C093-9637-4A57-9203-0BDE9B4904FF}" dt="2026-10-28T19:08:06.346" v="598" actId="22"/>
          <ac:spMkLst>
            <pc:docMk/>
            <pc:sldMk cId="288701529" sldId="260"/>
            <ac:spMk id="15" creationId="{7FFF9CC9-6A62-90DB-9D39-DF441AD74BA3}"/>
          </ac:spMkLst>
        </pc:spChg>
        <pc:spChg chg="add">
          <ac:chgData name="Naveed Ahmad" userId="e08b9e553f073ab3" providerId="LiveId" clId="{E423C093-9637-4A57-9203-0BDE9B4904FF}" dt="2026-10-28T19:08:13.759" v="599" actId="22"/>
          <ac:spMkLst>
            <pc:docMk/>
            <pc:sldMk cId="288701529" sldId="260"/>
            <ac:spMk id="17" creationId="{1C0436A0-2CA9-18A2-4D0A-C2B4782EE85C}"/>
          </ac:spMkLst>
        </pc:spChg>
        <pc:spChg chg="add">
          <ac:chgData name="Naveed Ahmad" userId="e08b9e553f073ab3" providerId="LiveId" clId="{E423C093-9637-4A57-9203-0BDE9B4904FF}" dt="2026-10-28T19:08:21.466" v="600" actId="22"/>
          <ac:spMkLst>
            <pc:docMk/>
            <pc:sldMk cId="288701529" sldId="260"/>
            <ac:spMk id="19" creationId="{3CCF8E87-72D5-3161-A1C2-9DA61C38AF13}"/>
          </ac:spMkLst>
        </pc:spChg>
        <pc:spChg chg="add">
          <ac:chgData name="Naveed Ahmad" userId="e08b9e553f073ab3" providerId="LiveId" clId="{E423C093-9637-4A57-9203-0BDE9B4904FF}" dt="2026-10-28T19:08:27.949" v="601" actId="22"/>
          <ac:spMkLst>
            <pc:docMk/>
            <pc:sldMk cId="288701529" sldId="260"/>
            <ac:spMk id="21" creationId="{9645CFA9-52C7-A935-1F35-01E6499921C4}"/>
          </ac:spMkLst>
        </pc:spChg>
        <pc:spChg chg="add">
          <ac:chgData name="Naveed Ahmad" userId="e08b9e553f073ab3" providerId="LiveId" clId="{E423C093-9637-4A57-9203-0BDE9B4904FF}" dt="2026-10-28T19:08:34.859" v="602" actId="22"/>
          <ac:spMkLst>
            <pc:docMk/>
            <pc:sldMk cId="288701529" sldId="260"/>
            <ac:spMk id="23" creationId="{D56763EC-966E-A989-C31B-9A75F9BA714D}"/>
          </ac:spMkLst>
        </pc:spChg>
        <pc:spChg chg="add">
          <ac:chgData name="Naveed Ahmad" userId="e08b9e553f073ab3" providerId="LiveId" clId="{E423C093-9637-4A57-9203-0BDE9B4904FF}" dt="2026-10-28T19:08:41.964" v="603" actId="22"/>
          <ac:spMkLst>
            <pc:docMk/>
            <pc:sldMk cId="288701529" sldId="260"/>
            <ac:spMk id="25" creationId="{6129E627-DC16-2A3B-0886-62811AD091CF}"/>
          </ac:spMkLst>
        </pc:spChg>
        <pc:spChg chg="add mod">
          <ac:chgData name="Naveed Ahmad" userId="e08b9e553f073ab3" providerId="LiveId" clId="{E423C093-9637-4A57-9203-0BDE9B4904FF}" dt="2026-10-28T19:09:00.765" v="605" actId="1076"/>
          <ac:spMkLst>
            <pc:docMk/>
            <pc:sldMk cId="288701529" sldId="260"/>
            <ac:spMk id="27" creationId="{95020BF0-ADE9-0480-71C0-A87C2E0A5BAB}"/>
          </ac:spMkLst>
        </pc:spChg>
        <pc:picChg chg="add mod">
          <ac:chgData name="Naveed Ahmad" userId="e08b9e553f073ab3" providerId="LiveId" clId="{E423C093-9637-4A57-9203-0BDE9B4904FF}" dt="2026-10-28T19:06:41.855" v="571" actId="1076"/>
          <ac:picMkLst>
            <pc:docMk/>
            <pc:sldMk cId="288701529" sldId="260"/>
            <ac:picMk id="7" creationId="{05DC5C21-66D5-6E32-55FC-FE61A9485E51}"/>
          </ac:picMkLst>
        </pc:picChg>
      </pc:sldChg>
      <pc:sldChg chg="addSp delSp modSp new mod">
        <pc:chgData name="Naveed Ahmad" userId="e08b9e553f073ab3" providerId="LiveId" clId="{E423C093-9637-4A57-9203-0BDE9B4904FF}" dt="2026-10-28T19:23:10.274" v="644" actId="22"/>
        <pc:sldMkLst>
          <pc:docMk/>
          <pc:sldMk cId="2435618831" sldId="261"/>
        </pc:sldMkLst>
        <pc:spChg chg="del">
          <ac:chgData name="Naveed Ahmad" userId="e08b9e553f073ab3" providerId="LiveId" clId="{E423C093-9637-4A57-9203-0BDE9B4904FF}" dt="2026-10-28T19:12:30.570" v="607" actId="21"/>
          <ac:spMkLst>
            <pc:docMk/>
            <pc:sldMk cId="2435618831" sldId="261"/>
            <ac:spMk id="2" creationId="{D5812544-62D8-EDDE-ADBB-61CB27122FD7}"/>
          </ac:spMkLst>
        </pc:spChg>
        <pc:spChg chg="del">
          <ac:chgData name="Naveed Ahmad" userId="e08b9e553f073ab3" providerId="LiveId" clId="{E423C093-9637-4A57-9203-0BDE9B4904FF}" dt="2026-10-28T19:12:56.621" v="632" actId="21"/>
          <ac:spMkLst>
            <pc:docMk/>
            <pc:sldMk cId="2435618831" sldId="261"/>
            <ac:spMk id="3" creationId="{D25C73DE-5724-920B-36DE-954440BD7B60}"/>
          </ac:spMkLst>
        </pc:spChg>
        <pc:spChg chg="add mod">
          <ac:chgData name="Naveed Ahmad" userId="e08b9e553f073ab3" providerId="LiveId" clId="{E423C093-9637-4A57-9203-0BDE9B4904FF}" dt="2026-10-28T19:12:48.206" v="631" actId="20577"/>
          <ac:spMkLst>
            <pc:docMk/>
            <pc:sldMk cId="2435618831" sldId="261"/>
            <ac:spMk id="5" creationId="{A39FDD6B-1782-5907-1E2B-8EB438FB13AB}"/>
          </ac:spMkLst>
        </pc:spChg>
        <pc:spChg chg="add mod">
          <ac:chgData name="Naveed Ahmad" userId="e08b9e553f073ab3" providerId="LiveId" clId="{E423C093-9637-4A57-9203-0BDE9B4904FF}" dt="2026-10-28T19:21:50.154" v="634" actId="1076"/>
          <ac:spMkLst>
            <pc:docMk/>
            <pc:sldMk cId="2435618831" sldId="261"/>
            <ac:spMk id="7" creationId="{09AE769D-C13F-39C1-1ED3-399FE3F7ADD1}"/>
          </ac:spMkLst>
        </pc:spChg>
        <pc:spChg chg="add">
          <ac:chgData name="Naveed Ahmad" userId="e08b9e553f073ab3" providerId="LiveId" clId="{E423C093-9637-4A57-9203-0BDE9B4904FF}" dt="2026-10-28T19:22:01.459" v="635" actId="22"/>
          <ac:spMkLst>
            <pc:docMk/>
            <pc:sldMk cId="2435618831" sldId="261"/>
            <ac:spMk id="9" creationId="{A33FDA3E-9AC5-F2B1-E9CD-1B0E22CE3E26}"/>
          </ac:spMkLst>
        </pc:spChg>
        <pc:spChg chg="add">
          <ac:chgData name="Naveed Ahmad" userId="e08b9e553f073ab3" providerId="LiveId" clId="{E423C093-9637-4A57-9203-0BDE9B4904FF}" dt="2026-10-28T19:22:08.615" v="636" actId="22"/>
          <ac:spMkLst>
            <pc:docMk/>
            <pc:sldMk cId="2435618831" sldId="261"/>
            <ac:spMk id="11" creationId="{7591DCD7-79CF-445B-066D-84431082571D}"/>
          </ac:spMkLst>
        </pc:spChg>
        <pc:spChg chg="add">
          <ac:chgData name="Naveed Ahmad" userId="e08b9e553f073ab3" providerId="LiveId" clId="{E423C093-9637-4A57-9203-0BDE9B4904FF}" dt="2026-10-28T19:22:15.930" v="637" actId="22"/>
          <ac:spMkLst>
            <pc:docMk/>
            <pc:sldMk cId="2435618831" sldId="261"/>
            <ac:spMk id="13" creationId="{B06A1425-F5DB-2D82-680B-FD69D4B6814F}"/>
          </ac:spMkLst>
        </pc:spChg>
        <pc:spChg chg="add">
          <ac:chgData name="Naveed Ahmad" userId="e08b9e553f073ab3" providerId="LiveId" clId="{E423C093-9637-4A57-9203-0BDE9B4904FF}" dt="2026-10-28T19:22:23.606" v="638" actId="22"/>
          <ac:spMkLst>
            <pc:docMk/>
            <pc:sldMk cId="2435618831" sldId="261"/>
            <ac:spMk id="15" creationId="{C8DBE0F3-1C86-BB36-706E-EAFF3ACEC09F}"/>
          </ac:spMkLst>
        </pc:spChg>
        <pc:spChg chg="add">
          <ac:chgData name="Naveed Ahmad" userId="e08b9e553f073ab3" providerId="LiveId" clId="{E423C093-9637-4A57-9203-0BDE9B4904FF}" dt="2026-10-28T19:22:29.997" v="639" actId="22"/>
          <ac:spMkLst>
            <pc:docMk/>
            <pc:sldMk cId="2435618831" sldId="261"/>
            <ac:spMk id="17" creationId="{AFFA79E5-90EF-3120-A294-6E44A52915FE}"/>
          </ac:spMkLst>
        </pc:spChg>
        <pc:spChg chg="add">
          <ac:chgData name="Naveed Ahmad" userId="e08b9e553f073ab3" providerId="LiveId" clId="{E423C093-9637-4A57-9203-0BDE9B4904FF}" dt="2026-10-28T19:22:37.163" v="640" actId="22"/>
          <ac:spMkLst>
            <pc:docMk/>
            <pc:sldMk cId="2435618831" sldId="261"/>
            <ac:spMk id="19" creationId="{F0FD6A47-5E54-F883-AB56-A51B5EC33BF6}"/>
          </ac:spMkLst>
        </pc:spChg>
        <pc:spChg chg="add">
          <ac:chgData name="Naveed Ahmad" userId="e08b9e553f073ab3" providerId="LiveId" clId="{E423C093-9637-4A57-9203-0BDE9B4904FF}" dt="2026-10-28T19:22:46.764" v="641" actId="22"/>
          <ac:spMkLst>
            <pc:docMk/>
            <pc:sldMk cId="2435618831" sldId="261"/>
            <ac:spMk id="21" creationId="{DDEB29E1-707A-53BE-9127-483BE7F5FF52}"/>
          </ac:spMkLst>
        </pc:spChg>
        <pc:spChg chg="add">
          <ac:chgData name="Naveed Ahmad" userId="e08b9e553f073ab3" providerId="LiveId" clId="{E423C093-9637-4A57-9203-0BDE9B4904FF}" dt="2026-10-28T19:22:55.106" v="642" actId="22"/>
          <ac:spMkLst>
            <pc:docMk/>
            <pc:sldMk cId="2435618831" sldId="261"/>
            <ac:spMk id="23" creationId="{429400B0-6A93-04A6-C8A8-3443627FF428}"/>
          </ac:spMkLst>
        </pc:spChg>
        <pc:spChg chg="add">
          <ac:chgData name="Naveed Ahmad" userId="e08b9e553f073ab3" providerId="LiveId" clId="{E423C093-9637-4A57-9203-0BDE9B4904FF}" dt="2026-10-28T19:23:01.586" v="643" actId="22"/>
          <ac:spMkLst>
            <pc:docMk/>
            <pc:sldMk cId="2435618831" sldId="261"/>
            <ac:spMk id="25" creationId="{1FD43C98-E85A-6709-4E25-A3FB1A0FA98A}"/>
          </ac:spMkLst>
        </pc:spChg>
        <pc:spChg chg="add">
          <ac:chgData name="Naveed Ahmad" userId="e08b9e553f073ab3" providerId="LiveId" clId="{E423C093-9637-4A57-9203-0BDE9B4904FF}" dt="2026-10-28T19:23:10.274" v="644" actId="22"/>
          <ac:spMkLst>
            <pc:docMk/>
            <pc:sldMk cId="2435618831" sldId="261"/>
            <ac:spMk id="27" creationId="{1F8B7EF1-3778-658B-AAC2-79EA050DF14F}"/>
          </ac:spMkLst>
        </pc:spChg>
      </pc:sldChg>
      <pc:sldChg chg="addSp delSp modSp new mod">
        <pc:chgData name="Naveed Ahmad" userId="e08b9e553f073ab3" providerId="LiveId" clId="{E423C093-9637-4A57-9203-0BDE9B4904FF}" dt="2026-10-28T19:24:02.167" v="659" actId="255"/>
        <pc:sldMkLst>
          <pc:docMk/>
          <pc:sldMk cId="3288092871" sldId="262"/>
        </pc:sldMkLst>
        <pc:spChg chg="mod">
          <ac:chgData name="Naveed Ahmad" userId="e08b9e553f073ab3" providerId="LiveId" clId="{E423C093-9637-4A57-9203-0BDE9B4904FF}" dt="2026-10-28T19:23:42.357" v="656" actId="20577"/>
          <ac:spMkLst>
            <pc:docMk/>
            <pc:sldMk cId="3288092871" sldId="262"/>
            <ac:spMk id="2" creationId="{F2698908-5F4B-5765-680B-8FB7598BDE54}"/>
          </ac:spMkLst>
        </pc:spChg>
        <pc:spChg chg="del">
          <ac:chgData name="Naveed Ahmad" userId="e08b9e553f073ab3" providerId="LiveId" clId="{E423C093-9637-4A57-9203-0BDE9B4904FF}" dt="2026-10-28T19:23:27.440" v="646" actId="21"/>
          <ac:spMkLst>
            <pc:docMk/>
            <pc:sldMk cId="3288092871" sldId="262"/>
            <ac:spMk id="3" creationId="{E2DCFDC0-FF9A-4A88-EC3E-CD9DB76814AE}"/>
          </ac:spMkLst>
        </pc:spChg>
        <pc:spChg chg="add mod">
          <ac:chgData name="Naveed Ahmad" userId="e08b9e553f073ab3" providerId="LiveId" clId="{E423C093-9637-4A57-9203-0BDE9B4904FF}" dt="2026-10-28T19:24:02.167" v="659" actId="255"/>
          <ac:spMkLst>
            <pc:docMk/>
            <pc:sldMk cId="3288092871" sldId="262"/>
            <ac:spMk id="5" creationId="{ABFD4E5B-E32A-B4C9-7A54-8525DAA5D066}"/>
          </ac:spMkLst>
        </pc:spChg>
      </pc:sldChg>
      <pc:sldMasterChg chg="modSldLayout">
        <pc:chgData name="Naveed Ahmad" userId="e08b9e553f073ab3" providerId="LiveId" clId="{E423C093-9637-4A57-9203-0BDE9B4904FF}" dt="2026-10-28T18:09:08.151" v="3"/>
        <pc:sldMasterMkLst>
          <pc:docMk/>
          <pc:sldMasterMk cId="4216806818" sldId="2147483716"/>
        </pc:sldMasterMkLst>
        <pc:sldLayoutChg chg="delSp">
          <pc:chgData name="Naveed Ahmad" userId="e08b9e553f073ab3" providerId="LiveId" clId="{E423C093-9637-4A57-9203-0BDE9B4904FF}" dt="2026-10-28T18:09:08.151" v="3"/>
          <pc:sldLayoutMkLst>
            <pc:docMk/>
            <pc:sldMasterMk cId="4216806818" sldId="2147483716"/>
            <pc:sldLayoutMk cId="455602009" sldId="2147483734"/>
          </pc:sldLayoutMkLst>
          <pc:spChg chg="del">
            <ac:chgData name="Naveed Ahmad" userId="e08b9e553f073ab3" providerId="LiveId" clId="{E423C093-9637-4A57-9203-0BDE9B4904FF}" dt="2026-10-28T18:09:08.151" v="3"/>
            <ac:spMkLst>
              <pc:docMk/>
              <pc:sldMasterMk cId="4216806818" sldId="2147483716"/>
              <pc:sldLayoutMk cId="455602009" sldId="2147483734"/>
              <ac:spMk id="11" creationId="{6D514160-DA6E-9655-9294-6538F297B73D}"/>
            </ac:spMkLst>
          </pc:spChg>
          <pc:spChg chg="del">
            <ac:chgData name="Naveed Ahmad" userId="e08b9e553f073ab3" providerId="LiveId" clId="{E423C093-9637-4A57-9203-0BDE9B4904FF}" dt="2026-10-28T18:09:08.151" v="3"/>
            <ac:spMkLst>
              <pc:docMk/>
              <pc:sldMasterMk cId="4216806818" sldId="2147483716"/>
              <pc:sldLayoutMk cId="455602009" sldId="2147483734"/>
              <ac:spMk id="12" creationId="{B2EC29EB-3E43-F1FF-EB6B-9F5C908FFCC8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6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2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5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7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5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8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50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50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32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248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53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14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22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07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23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02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8A07B22-5354-48CF-B3B4-BA3AF43F245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08EDA-639D-4EC2-A1E9-A1AE1F11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068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6B73D9-2536-2FBB-037C-EFD7952F8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570" y="800008"/>
            <a:ext cx="7235954" cy="771276"/>
          </a:xfrm>
        </p:spPr>
        <p:txBody>
          <a:bodyPr/>
          <a:lstStyle/>
          <a:p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DATA 110 | Project 1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E5963B-2E64-7998-4911-78519FFC5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0" y="1954096"/>
            <a:ext cx="11631478" cy="4218104"/>
          </a:xfrm>
        </p:spPr>
        <p:txBody>
          <a:bodyPr/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Video Game Sales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1400" dirty="0">
                <a:solidFill>
                  <a:srgbClr val="EBF3F5"/>
                </a:solidFill>
              </a:rPr>
              <a:t>Genre, trends, and regional differences</a:t>
            </a:r>
            <a:br>
              <a:rPr lang="en-US" sz="1400" dirty="0">
                <a:solidFill>
                  <a:srgbClr val="EBF3F5"/>
                </a:solidFill>
              </a:rPr>
            </a:br>
            <a:br>
              <a:rPr lang="en-US" sz="1400" dirty="0">
                <a:solidFill>
                  <a:srgbClr val="EBF3F5"/>
                </a:solidFill>
              </a:rPr>
            </a:br>
            <a:br>
              <a:rPr lang="en-US" sz="1400" dirty="0">
                <a:solidFill>
                  <a:srgbClr val="EBF3F5"/>
                </a:solidFill>
              </a:rPr>
            </a:br>
            <a:br>
              <a:rPr lang="en-US" sz="1400" dirty="0">
                <a:solidFill>
                  <a:srgbClr val="EBF3F5"/>
                </a:solidFill>
              </a:rPr>
            </a:b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Research Question</a:t>
            </a:r>
            <a:r>
              <a:rPr lang="en-US" sz="1400" dirty="0">
                <a:solidFill>
                  <a:srgbClr val="EBF3F5"/>
                </a:solidFill>
              </a:rPr>
              <a:t>: </a:t>
            </a:r>
            <a:r>
              <a:rPr lang="en-US" sz="1400" dirty="0">
                <a:solidFill>
                  <a:srgbClr val="FFFFFF"/>
                </a:solidFill>
              </a:rPr>
              <a:t>How do recorded video game sales vary by genre, over time, and across regions?</a:t>
            </a:r>
            <a:br>
              <a:rPr lang="en-US" sz="1400" dirty="0">
                <a:solidFill>
                  <a:srgbClr val="FFFFFF"/>
                </a:solidFill>
              </a:rPr>
            </a:br>
            <a:br>
              <a:rPr lang="en-US" sz="1400" dirty="0">
                <a:solidFill>
                  <a:srgbClr val="FFFFFF"/>
                </a:solidFill>
              </a:rPr>
            </a:br>
            <a:br>
              <a:rPr lang="en-US" sz="1400" dirty="0">
                <a:solidFill>
                  <a:srgbClr val="FFFFFF"/>
                </a:solidFill>
              </a:rPr>
            </a:b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By: 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Naveed Ahmad</a:t>
            </a:r>
            <a:br>
              <a:rPr lang="en-US" sz="3200" dirty="0">
                <a:solidFill>
                  <a:srgbClr val="FFFFFF"/>
                </a:solidFill>
                <a:latin typeface="Aptos"/>
              </a:rPr>
            </a:br>
            <a:br>
              <a:rPr lang="en-US" sz="3200" dirty="0">
                <a:solidFill>
                  <a:srgbClr val="EBF3F5"/>
                </a:solidFill>
                <a:latin typeface="Aptos"/>
              </a:rPr>
            </a:br>
            <a:endParaRPr lang="en-US" sz="32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ADC54C-F552-41A2-ADFD-A3A4CA6E2C8A}"/>
              </a:ext>
            </a:extLst>
          </p:cNvPr>
          <p:cNvSpPr/>
          <p:nvPr/>
        </p:nvSpPr>
        <p:spPr>
          <a:xfrm>
            <a:off x="9235440" y="1051560"/>
            <a:ext cx="914400" cy="914400"/>
          </a:xfrm>
          <a:prstGeom prst="ellipse">
            <a:avLst/>
          </a:prstGeom>
          <a:solidFill>
            <a:srgbClr val="E8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E9AAAF-BFED-786E-F9C0-7BA337664EB1}"/>
              </a:ext>
            </a:extLst>
          </p:cNvPr>
          <p:cNvSpPr/>
          <p:nvPr/>
        </p:nvSpPr>
        <p:spPr>
          <a:xfrm>
            <a:off x="9692640" y="2600108"/>
            <a:ext cx="1325880" cy="1325880"/>
          </a:xfrm>
          <a:prstGeom prst="ellipse">
            <a:avLst/>
          </a:prstGeom>
          <a:solidFill>
            <a:srgbClr val="4D9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0DBB94-03DE-64CA-FF7B-F63EB9DFB9D7}"/>
              </a:ext>
            </a:extLst>
          </p:cNvPr>
          <p:cNvSpPr/>
          <p:nvPr/>
        </p:nvSpPr>
        <p:spPr>
          <a:xfrm>
            <a:off x="10607040" y="4572000"/>
            <a:ext cx="777240" cy="777240"/>
          </a:xfrm>
          <a:prstGeom prst="ellipse">
            <a:avLst/>
          </a:prstGeom>
          <a:solidFill>
            <a:srgbClr val="E8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03ABC-D26E-1607-F548-9BC82D8F031E}"/>
              </a:ext>
            </a:extLst>
          </p:cNvPr>
          <p:cNvSpPr/>
          <p:nvPr/>
        </p:nvSpPr>
        <p:spPr>
          <a:xfrm>
            <a:off x="10607040" y="320610"/>
            <a:ext cx="914400" cy="914400"/>
          </a:xfrm>
          <a:prstGeom prst="ellipse">
            <a:avLst/>
          </a:prstGeom>
          <a:solidFill>
            <a:srgbClr val="E8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FB33BB-977B-1A89-5EF8-C6A69686FE29}"/>
              </a:ext>
            </a:extLst>
          </p:cNvPr>
          <p:cNvSpPr/>
          <p:nvPr/>
        </p:nvSpPr>
        <p:spPr>
          <a:xfrm>
            <a:off x="9107286" y="5297285"/>
            <a:ext cx="1325880" cy="1325880"/>
          </a:xfrm>
          <a:prstGeom prst="ellipse">
            <a:avLst/>
          </a:prstGeom>
          <a:solidFill>
            <a:srgbClr val="4D9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35769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280A-92C3-828E-D53D-56CFF4DB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61" y="457805"/>
            <a:ext cx="11631478" cy="872231"/>
          </a:xfrm>
        </p:spPr>
        <p:txBody>
          <a:bodyPr/>
          <a:lstStyle/>
          <a:p>
            <a:r>
              <a:rPr lang="en-US" sz="2400" dirty="0"/>
              <a:t>What does the dataset contain?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284B1-B0C6-6E08-2798-EDD3818AE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742" y="3210791"/>
            <a:ext cx="7235954" cy="2899633"/>
          </a:xfrm>
        </p:spPr>
        <p:txBody>
          <a:bodyPr/>
          <a:lstStyle/>
          <a:p>
            <a:r>
              <a:rPr lang="en-US" sz="1400" dirty="0"/>
              <a:t>Key variables:</a:t>
            </a:r>
          </a:p>
          <a:p>
            <a:r>
              <a:rPr lang="en-US" sz="1400" dirty="0"/>
              <a:t> 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C8910DC3-6923-F883-0C7D-9EEDA2666757}"/>
              </a:ext>
            </a:extLst>
          </p:cNvPr>
          <p:cNvSpPr/>
          <p:nvPr/>
        </p:nvSpPr>
        <p:spPr>
          <a:xfrm>
            <a:off x="658368" y="1508760"/>
            <a:ext cx="2331720" cy="1234440"/>
          </a:xfrm>
          <a:prstGeom prst="roundRect">
            <a:avLst/>
          </a:prstGeom>
          <a:solidFill>
            <a:srgbClr val="EBF3F5"/>
          </a:solidFill>
          <a:ln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0D6045-31FA-F8F9-2C35-88C33802E827}"/>
              </a:ext>
            </a:extLst>
          </p:cNvPr>
          <p:cNvSpPr/>
          <p:nvPr/>
        </p:nvSpPr>
        <p:spPr>
          <a:xfrm>
            <a:off x="3564359" y="1508760"/>
            <a:ext cx="2331720" cy="1234440"/>
          </a:xfrm>
          <a:prstGeom prst="roundRect">
            <a:avLst/>
          </a:prstGeom>
          <a:solidFill>
            <a:srgbClr val="EBF3F5"/>
          </a:solidFill>
          <a:ln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C7902884-507D-A8AF-DA2D-960D560F343D}"/>
              </a:ext>
            </a:extLst>
          </p:cNvPr>
          <p:cNvSpPr/>
          <p:nvPr/>
        </p:nvSpPr>
        <p:spPr>
          <a:xfrm>
            <a:off x="6470350" y="1508760"/>
            <a:ext cx="2331720" cy="1234440"/>
          </a:xfrm>
          <a:prstGeom prst="roundRect">
            <a:avLst/>
          </a:prstGeom>
          <a:solidFill>
            <a:srgbClr val="EBF3F5"/>
          </a:solidFill>
          <a:ln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7E4A25FC-A2A2-2845-CF7B-0270A867A5B4}"/>
              </a:ext>
            </a:extLst>
          </p:cNvPr>
          <p:cNvSpPr/>
          <p:nvPr/>
        </p:nvSpPr>
        <p:spPr>
          <a:xfrm>
            <a:off x="9278250" y="1508760"/>
            <a:ext cx="2331720" cy="1234440"/>
          </a:xfrm>
          <a:prstGeom prst="roundRect">
            <a:avLst/>
          </a:prstGeom>
          <a:solidFill>
            <a:srgbClr val="EBF3F5"/>
          </a:solidFill>
          <a:ln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9BEEA1-98BE-D3AA-DDF2-053191C04CD9}"/>
              </a:ext>
            </a:extLst>
          </p:cNvPr>
          <p:cNvSpPr txBox="1"/>
          <p:nvPr/>
        </p:nvSpPr>
        <p:spPr>
          <a:xfrm>
            <a:off x="768096" y="1700784"/>
            <a:ext cx="210312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dirty="0">
                <a:solidFill>
                  <a:srgbClr val="182B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16,598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BABFB2-F450-A29E-4583-11BCD72E82EC}"/>
              </a:ext>
            </a:extLst>
          </p:cNvPr>
          <p:cNvSpPr txBox="1"/>
          <p:nvPr/>
        </p:nvSpPr>
        <p:spPr>
          <a:xfrm>
            <a:off x="768096" y="2212848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dirty="0">
                <a:solidFill>
                  <a:srgbClr val="5D6B78"/>
                </a:solidFill>
                <a:latin typeface="Aptos"/>
              </a:rPr>
              <a:t>records / rows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2479B5-316E-33F5-CB84-BAF9F99A9E45}"/>
              </a:ext>
            </a:extLst>
          </p:cNvPr>
          <p:cNvSpPr txBox="1"/>
          <p:nvPr/>
        </p:nvSpPr>
        <p:spPr>
          <a:xfrm>
            <a:off x="3611880" y="1700784"/>
            <a:ext cx="210312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dirty="0">
                <a:solidFill>
                  <a:srgbClr val="182B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E01C79-1D1C-3DBC-FAF3-B471B2942806}"/>
              </a:ext>
            </a:extLst>
          </p:cNvPr>
          <p:cNvSpPr txBox="1"/>
          <p:nvPr/>
        </p:nvSpPr>
        <p:spPr>
          <a:xfrm>
            <a:off x="3611880" y="2212848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dirty="0">
                <a:solidFill>
                  <a:srgbClr val="5D6B78"/>
                </a:solidFill>
                <a:latin typeface="Aptos"/>
              </a:rPr>
              <a:t>columns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925DAF-7457-A38C-D519-166865030057}"/>
              </a:ext>
            </a:extLst>
          </p:cNvPr>
          <p:cNvSpPr txBox="1"/>
          <p:nvPr/>
        </p:nvSpPr>
        <p:spPr>
          <a:xfrm>
            <a:off x="6584650" y="1687068"/>
            <a:ext cx="210312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dirty="0">
                <a:solidFill>
                  <a:srgbClr val="182B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38C64C-FA09-4155-8B4D-0AD0CF4353B2}"/>
              </a:ext>
            </a:extLst>
          </p:cNvPr>
          <p:cNvSpPr txBox="1"/>
          <p:nvPr/>
        </p:nvSpPr>
        <p:spPr>
          <a:xfrm>
            <a:off x="6584650" y="2204536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dirty="0">
                <a:solidFill>
                  <a:srgbClr val="5D6B78"/>
                </a:solidFill>
                <a:latin typeface="Aptos"/>
              </a:rPr>
              <a:t>game genres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EB761-14B1-5BDB-48C7-76E8E815B2E6}"/>
              </a:ext>
            </a:extLst>
          </p:cNvPr>
          <p:cNvSpPr txBox="1"/>
          <p:nvPr/>
        </p:nvSpPr>
        <p:spPr>
          <a:xfrm>
            <a:off x="9430512" y="1700783"/>
            <a:ext cx="210312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dirty="0">
                <a:solidFill>
                  <a:srgbClr val="182B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1980–2020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39D222-BC77-FCE9-FFC3-2473FAEAD4E1}"/>
              </a:ext>
            </a:extLst>
          </p:cNvPr>
          <p:cNvSpPr txBox="1"/>
          <p:nvPr/>
        </p:nvSpPr>
        <p:spPr>
          <a:xfrm>
            <a:off x="9392550" y="2194560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dirty="0">
                <a:solidFill>
                  <a:srgbClr val="5D6B78"/>
                </a:solidFill>
                <a:latin typeface="Aptos"/>
              </a:rPr>
              <a:t>release years recorded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AEC9A4-D9E3-9FC7-A93F-9B2B8070EB41}"/>
              </a:ext>
            </a:extLst>
          </p:cNvPr>
          <p:cNvSpPr txBox="1"/>
          <p:nvPr/>
        </p:nvSpPr>
        <p:spPr>
          <a:xfrm>
            <a:off x="540742" y="3622271"/>
            <a:ext cx="4956048" cy="168969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500" b="0" dirty="0">
                <a:latin typeface="Aptos"/>
              </a:rPr>
              <a:t>Genre and platform identify the type of game and where it was released.</a:t>
            </a:r>
            <a:endParaRPr lang="en-US" sz="1500" b="0" dirty="0">
              <a:latin typeface="Aptos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Aptos"/>
              </a:rPr>
              <a:t>NA, EU, Japan, Other, and Global Sales record sales in millions of units.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sz="1500" b="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07436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1CBE-BFF3-8917-7CA3-5E4D3642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5"/>
            <a:ext cx="11631478" cy="771276"/>
          </a:xfrm>
        </p:spPr>
        <p:txBody>
          <a:bodyPr/>
          <a:lstStyle/>
          <a:p>
            <a:r>
              <a:rPr lang="en-US" sz="2400" dirty="0"/>
              <a:t>Action games led recorded global sales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75C7E-D090-13D8-B5F8-88961A42B380}"/>
              </a:ext>
            </a:extLst>
          </p:cNvPr>
          <p:cNvSpPr txBox="1"/>
          <p:nvPr/>
        </p:nvSpPr>
        <p:spPr>
          <a:xfrm>
            <a:off x="301751" y="581609"/>
            <a:ext cx="1309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one</a:t>
            </a:r>
          </a:p>
        </p:txBody>
      </p:sp>
      <p:pic>
        <p:nvPicPr>
          <p:cNvPr id="6" name="Picture 5" descr="genre_sales.png">
            <a:extLst>
              <a:ext uri="{FF2B5EF4-FFF2-40B4-BE49-F238E27FC236}">
                <a16:creationId xmlns:a16="http://schemas.microsoft.com/office/drawing/2014/main" id="{ABA11361-9897-E8A1-1626-BD371F13F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5" y="1825283"/>
            <a:ext cx="6606539" cy="3498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0CBF69-B939-7E2D-B803-A543C0BB1FE0}"/>
              </a:ext>
            </a:extLst>
          </p:cNvPr>
          <p:cNvSpPr txBox="1"/>
          <p:nvPr/>
        </p:nvSpPr>
        <p:spPr>
          <a:xfrm>
            <a:off x="394855" y="5364616"/>
            <a:ext cx="7498079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dirty="0">
                <a:latin typeface="Aptos"/>
              </a:rPr>
              <a:t>Total global sales summed across all game records by genre.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FD4567AA-2F18-70CB-404A-9F218D5855A7}"/>
              </a:ext>
            </a:extLst>
          </p:cNvPr>
          <p:cNvSpPr/>
          <p:nvPr/>
        </p:nvSpPr>
        <p:spPr>
          <a:xfrm>
            <a:off x="8366760" y="1508760"/>
            <a:ext cx="3154680" cy="4297680"/>
          </a:xfrm>
          <a:prstGeom prst="roundRect">
            <a:avLst/>
          </a:prstGeom>
          <a:solidFill>
            <a:srgbClr val="EBF3F5"/>
          </a:solidFill>
          <a:ln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21EFD-24B2-2066-0548-398AC8317333}"/>
              </a:ext>
            </a:extLst>
          </p:cNvPr>
          <p:cNvSpPr txBox="1"/>
          <p:nvPr/>
        </p:nvSpPr>
        <p:spPr>
          <a:xfrm>
            <a:off x="8686800" y="4114800"/>
            <a:ext cx="25146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7313D"/>
                </a:solidFill>
                <a:latin typeface="Aptos"/>
              </a:rPr>
              <a:t>Action is the highest-selling genre in the dataset, followed by Sports and Shooter.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3F5A88-2F02-EF84-9DC8-80A6EEA41E73}"/>
              </a:ext>
            </a:extLst>
          </p:cNvPr>
          <p:cNvSpPr txBox="1"/>
          <p:nvPr/>
        </p:nvSpPr>
        <p:spPr>
          <a:xfrm>
            <a:off x="8641080" y="1810512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dirty="0">
                <a:solidFill>
                  <a:srgbClr val="2A7E8C"/>
                </a:solidFill>
                <a:latin typeface="Aptos"/>
              </a:rPr>
              <a:t>MAIN TAKEAWAY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9AE881-EBE9-47A8-16C6-91515D1AB9B9}"/>
              </a:ext>
            </a:extLst>
          </p:cNvPr>
          <p:cNvSpPr txBox="1"/>
          <p:nvPr/>
        </p:nvSpPr>
        <p:spPr>
          <a:xfrm>
            <a:off x="8641080" y="2360168"/>
            <a:ext cx="25603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dirty="0">
                <a:solidFill>
                  <a:srgbClr val="182B42"/>
                </a:solidFill>
                <a:latin typeface="Aptos"/>
              </a:rPr>
              <a:t>Action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3C42EB-F0EC-2F52-BA8F-02E17CCDB979}"/>
              </a:ext>
            </a:extLst>
          </p:cNvPr>
          <p:cNvSpPr txBox="1"/>
          <p:nvPr/>
        </p:nvSpPr>
        <p:spPr>
          <a:xfrm>
            <a:off x="8686800" y="3106927"/>
            <a:ext cx="2651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27313D"/>
                </a:solidFill>
                <a:latin typeface="Aptos"/>
              </a:rPr>
              <a:t>1,751.2 million units</a:t>
            </a:r>
          </a:p>
        </p:txBody>
      </p:sp>
    </p:spTree>
    <p:extLst>
      <p:ext uri="{BB962C8B-B14F-4D97-AF65-F5344CB8AC3E}">
        <p14:creationId xmlns:p14="http://schemas.microsoft.com/office/powerpoint/2010/main" val="199531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6948-0573-931A-4CE2-BDA8DDBD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1122823"/>
            <a:ext cx="11631478" cy="882622"/>
          </a:xfrm>
        </p:spPr>
        <p:txBody>
          <a:bodyPr/>
          <a:lstStyle/>
          <a:p>
            <a:r>
              <a:rPr lang="en-US" sz="2400" dirty="0"/>
              <a:t>Recorded sales peak in 2008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D4E4A-52B7-392E-E090-9276E3B3F6F9}"/>
              </a:ext>
            </a:extLst>
          </p:cNvPr>
          <p:cNvSpPr txBox="1"/>
          <p:nvPr/>
        </p:nvSpPr>
        <p:spPr>
          <a:xfrm>
            <a:off x="301751" y="581609"/>
            <a:ext cx="1309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two</a:t>
            </a:r>
          </a:p>
        </p:txBody>
      </p:sp>
      <p:pic>
        <p:nvPicPr>
          <p:cNvPr id="7" name="Picture 6" descr="sales_over_time.png">
            <a:extLst>
              <a:ext uri="{FF2B5EF4-FFF2-40B4-BE49-F238E27FC236}">
                <a16:creationId xmlns:a16="http://schemas.microsoft.com/office/drawing/2014/main" id="{D360FE30-B0B0-E887-F9EB-96565E28E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11" y="1767422"/>
            <a:ext cx="7498079" cy="3967755"/>
          </a:xfrm>
          <a:prstGeom prst="rect">
            <a:avLst/>
          </a:prstGeom>
        </p:spPr>
      </p:pic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DE9B6AB5-D6C3-05D2-A809-D202F11A4D5F}"/>
              </a:ext>
            </a:extLst>
          </p:cNvPr>
          <p:cNvSpPr/>
          <p:nvPr/>
        </p:nvSpPr>
        <p:spPr>
          <a:xfrm>
            <a:off x="8553796" y="1602459"/>
            <a:ext cx="3154680" cy="4297680"/>
          </a:xfrm>
          <a:prstGeom prst="roundRect">
            <a:avLst/>
          </a:prstGeom>
          <a:solidFill>
            <a:srgbClr val="EBF3F5"/>
          </a:solidFill>
          <a:ln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BE16F-740F-61D3-9A73-B62B47C751CB}"/>
              </a:ext>
            </a:extLst>
          </p:cNvPr>
          <p:cNvSpPr txBox="1"/>
          <p:nvPr/>
        </p:nvSpPr>
        <p:spPr>
          <a:xfrm>
            <a:off x="8744989" y="1878246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dirty="0">
                <a:solidFill>
                  <a:srgbClr val="2A7E8C"/>
                </a:solidFill>
                <a:latin typeface="Aptos"/>
              </a:rPr>
              <a:t>PEAK YEAR IN THIS 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D2D52-DA2A-4505-1864-466DA56586E9}"/>
              </a:ext>
            </a:extLst>
          </p:cNvPr>
          <p:cNvSpPr txBox="1"/>
          <p:nvPr/>
        </p:nvSpPr>
        <p:spPr>
          <a:xfrm>
            <a:off x="8744989" y="2296632"/>
            <a:ext cx="2560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dirty="0">
                <a:solidFill>
                  <a:srgbClr val="182B42"/>
                </a:solidFill>
                <a:latin typeface="Aptos"/>
              </a:rPr>
              <a:t>2008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822851-C609-FF8A-15C2-EFA16AFF062F}"/>
              </a:ext>
            </a:extLst>
          </p:cNvPr>
          <p:cNvSpPr txBox="1"/>
          <p:nvPr/>
        </p:nvSpPr>
        <p:spPr>
          <a:xfrm>
            <a:off x="8744989" y="3184511"/>
            <a:ext cx="26517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27313D"/>
                </a:solidFill>
                <a:latin typeface="Aptos"/>
              </a:rPr>
              <a:t>678.9 million units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7705FF-C482-C3E8-73AE-F066889E2F7D}"/>
              </a:ext>
            </a:extLst>
          </p:cNvPr>
          <p:cNvSpPr txBox="1"/>
          <p:nvPr/>
        </p:nvSpPr>
        <p:spPr>
          <a:xfrm>
            <a:off x="8767849" y="3745801"/>
            <a:ext cx="251460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dirty="0">
                <a:solidFill>
                  <a:srgbClr val="27313D"/>
                </a:solidFill>
                <a:latin typeface="Aptos"/>
              </a:rPr>
              <a:t>The recorded annual total is highest in 2008, with high totals also appearing in nearby years.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05EB3F-0991-18C5-8326-59AB3DA2AE01}"/>
              </a:ext>
            </a:extLst>
          </p:cNvPr>
          <p:cNvSpPr txBox="1"/>
          <p:nvPr/>
        </p:nvSpPr>
        <p:spPr>
          <a:xfrm>
            <a:off x="399010" y="5776136"/>
            <a:ext cx="7498079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dirty="0">
                <a:latin typeface="Aptos"/>
              </a:rPr>
              <a:t>Global sales are summed for games with a recorded release year.</a:t>
            </a:r>
          </a:p>
        </p:txBody>
      </p:sp>
    </p:spTree>
    <p:extLst>
      <p:ext uri="{BB962C8B-B14F-4D97-AF65-F5344CB8AC3E}">
        <p14:creationId xmlns:p14="http://schemas.microsoft.com/office/powerpoint/2010/main" val="336185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DD0F-4864-3660-FA0A-46A0C7CF3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851450"/>
          </a:xfrm>
        </p:spPr>
        <p:txBody>
          <a:bodyPr/>
          <a:lstStyle/>
          <a:p>
            <a:r>
              <a:rPr lang="en-US" sz="2400" dirty="0"/>
              <a:t>Regional sales patterns differ by genre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10E39-BFB8-38B9-4465-0364D353303C}"/>
              </a:ext>
            </a:extLst>
          </p:cNvPr>
          <p:cNvSpPr txBox="1"/>
          <p:nvPr/>
        </p:nvSpPr>
        <p:spPr>
          <a:xfrm>
            <a:off x="301751" y="581609"/>
            <a:ext cx="1309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three</a:t>
            </a:r>
          </a:p>
        </p:txBody>
      </p:sp>
      <p:pic>
        <p:nvPicPr>
          <p:cNvPr id="7" name="Picture 6" descr="regional_sales.png">
            <a:extLst>
              <a:ext uri="{FF2B5EF4-FFF2-40B4-BE49-F238E27FC236}">
                <a16:creationId xmlns:a16="http://schemas.microsoft.com/office/drawing/2014/main" id="{05DC5C21-66D5-6E32-55FC-FE61A9485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33" y="1751885"/>
            <a:ext cx="7498079" cy="3972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0A8BA2-B541-ADA8-09F0-58C9053816BB}"/>
              </a:ext>
            </a:extLst>
          </p:cNvPr>
          <p:cNvSpPr txBox="1"/>
          <p:nvPr/>
        </p:nvSpPr>
        <p:spPr>
          <a:xfrm>
            <a:off x="396932" y="5724786"/>
            <a:ext cx="74980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dirty="0">
                <a:latin typeface="Aptos"/>
              </a:rPr>
              <a:t>Regional totals </a:t>
            </a:r>
            <a:r>
              <a:rPr lang="en-US" sz="1000" b="0" dirty="0">
                <a:latin typeface="Aptos"/>
              </a:rPr>
              <a:t>are </a:t>
            </a:r>
            <a:r>
              <a:rPr sz="1000" b="0" dirty="0">
                <a:latin typeface="Aptos"/>
              </a:rPr>
              <a:t>shown for North America, Europe, and Japan; </a:t>
            </a:r>
            <a:r>
              <a:rPr sz="1000" b="0" dirty="0" err="1">
                <a:latin typeface="Aptos"/>
              </a:rPr>
              <a:t>Other_Sales</a:t>
            </a:r>
            <a:r>
              <a:rPr sz="1000" b="0" dirty="0">
                <a:latin typeface="Aptos"/>
              </a:rPr>
              <a:t> is not included in this chart</a:t>
            </a:r>
            <a:r>
              <a:rPr sz="1000" b="0" dirty="0">
                <a:solidFill>
                  <a:srgbClr val="5D6B78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300A1868-DAEB-6735-E951-B86F5B01FF5A}"/>
              </a:ext>
            </a:extLst>
          </p:cNvPr>
          <p:cNvSpPr/>
          <p:nvPr/>
        </p:nvSpPr>
        <p:spPr>
          <a:xfrm>
            <a:off x="8491451" y="1540983"/>
            <a:ext cx="3154680" cy="4297680"/>
          </a:xfrm>
          <a:prstGeom prst="roundRect">
            <a:avLst/>
          </a:prstGeom>
          <a:solidFill>
            <a:srgbClr val="EBF3F5"/>
          </a:solidFill>
          <a:ln>
            <a:solidFill>
              <a:srgbClr val="EB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4EFF35-A69A-3051-A8DE-713CCB7F2719}"/>
              </a:ext>
            </a:extLst>
          </p:cNvPr>
          <p:cNvSpPr txBox="1"/>
          <p:nvPr/>
        </p:nvSpPr>
        <p:spPr>
          <a:xfrm>
            <a:off x="8641080" y="1810512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dirty="0">
                <a:solidFill>
                  <a:srgbClr val="2A7E8C"/>
                </a:solidFill>
                <a:latin typeface="Aptos"/>
              </a:rPr>
              <a:t>REGIONAL 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FF9CC9-6A62-90DB-9D39-DF441AD74BA3}"/>
              </a:ext>
            </a:extLst>
          </p:cNvPr>
          <p:cNvSpPr txBox="1"/>
          <p:nvPr/>
        </p:nvSpPr>
        <p:spPr>
          <a:xfrm>
            <a:off x="8613648" y="2212848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5D6B78"/>
                </a:solidFill>
                <a:latin typeface="Aptos"/>
              </a:rPr>
              <a:t>North America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0436A0-2CA9-18A2-4D0A-C2B4782EE85C}"/>
              </a:ext>
            </a:extLst>
          </p:cNvPr>
          <p:cNvSpPr txBox="1"/>
          <p:nvPr/>
        </p:nvSpPr>
        <p:spPr>
          <a:xfrm>
            <a:off x="8613648" y="2542032"/>
            <a:ext cx="2560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182B42"/>
                </a:solidFill>
                <a:latin typeface="Aptos"/>
              </a:rPr>
              <a:t>Action: 877.8M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CF8E87-72D5-3161-A1C2-9DA61C38AF13}"/>
              </a:ext>
            </a:extLst>
          </p:cNvPr>
          <p:cNvSpPr txBox="1"/>
          <p:nvPr/>
        </p:nvSpPr>
        <p:spPr>
          <a:xfrm>
            <a:off x="8613648" y="3154680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5D6B78"/>
                </a:solidFill>
                <a:latin typeface="Aptos"/>
              </a:rPr>
              <a:t>Europe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45CFA9-52C7-A935-1F35-01E6499921C4}"/>
              </a:ext>
            </a:extLst>
          </p:cNvPr>
          <p:cNvSpPr txBox="1"/>
          <p:nvPr/>
        </p:nvSpPr>
        <p:spPr>
          <a:xfrm>
            <a:off x="8613648" y="3474720"/>
            <a:ext cx="2560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182B42"/>
                </a:solidFill>
                <a:latin typeface="Aptos"/>
              </a:rPr>
              <a:t>Action: 525.0M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6763EC-966E-A989-C31B-9A75F9BA714D}"/>
              </a:ext>
            </a:extLst>
          </p:cNvPr>
          <p:cNvSpPr txBox="1"/>
          <p:nvPr/>
        </p:nvSpPr>
        <p:spPr>
          <a:xfrm>
            <a:off x="8613648" y="4096512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5D6B78"/>
                </a:solidFill>
                <a:latin typeface="Aptos"/>
              </a:rPr>
              <a:t>Japan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29E627-DC16-2A3B-0886-62811AD091CF}"/>
              </a:ext>
            </a:extLst>
          </p:cNvPr>
          <p:cNvSpPr txBox="1"/>
          <p:nvPr/>
        </p:nvSpPr>
        <p:spPr>
          <a:xfrm>
            <a:off x="8613648" y="4416552"/>
            <a:ext cx="2560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182B42"/>
                </a:solidFill>
                <a:latin typeface="Aptos"/>
              </a:rPr>
              <a:t>Role-Playing: 352.3M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20BF0-ADE9-0480-71C0-A87C2E0A5BAB}"/>
              </a:ext>
            </a:extLst>
          </p:cNvPr>
          <p:cNvSpPr txBox="1"/>
          <p:nvPr/>
        </p:nvSpPr>
        <p:spPr>
          <a:xfrm>
            <a:off x="8641080" y="4915119"/>
            <a:ext cx="260604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27313D"/>
                </a:solidFill>
                <a:latin typeface="Aptos"/>
              </a:rPr>
              <a:t>The strongest genre varies by region; Japan shows a particularly strong Role-Playing total.</a:t>
            </a:r>
          </a:p>
        </p:txBody>
      </p:sp>
    </p:spTree>
    <p:extLst>
      <p:ext uri="{BB962C8B-B14F-4D97-AF65-F5344CB8AC3E}">
        <p14:creationId xmlns:p14="http://schemas.microsoft.com/office/powerpoint/2010/main" val="28870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9FDD6B-1782-5907-1E2B-8EB438FB13AB}"/>
              </a:ext>
            </a:extLst>
          </p:cNvPr>
          <p:cNvSpPr txBox="1"/>
          <p:nvPr/>
        </p:nvSpPr>
        <p:spPr>
          <a:xfrm>
            <a:off x="301751" y="581609"/>
            <a:ext cx="1309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E769D-C13F-39C1-1ED3-399FE3F7ADD1}"/>
              </a:ext>
            </a:extLst>
          </p:cNvPr>
          <p:cNvSpPr txBox="1"/>
          <p:nvPr/>
        </p:nvSpPr>
        <p:spPr>
          <a:xfrm>
            <a:off x="384464" y="982980"/>
            <a:ext cx="10515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 dirty="0">
                <a:solidFill>
                  <a:srgbClr val="FFFFFF"/>
                </a:solidFill>
                <a:latin typeface="Aptos"/>
              </a:rPr>
              <a:t>Three things the data suggests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FDA3E-9AC5-F2B1-E9CD-1B0E22CE3E26}"/>
              </a:ext>
            </a:extLst>
          </p:cNvPr>
          <p:cNvSpPr txBox="1"/>
          <p:nvPr/>
        </p:nvSpPr>
        <p:spPr>
          <a:xfrm>
            <a:off x="777240" y="1828800"/>
            <a:ext cx="548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E8B14C"/>
                </a:solidFill>
                <a:latin typeface="Aptos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91DCD7-79CF-445B-066D-84431082571D}"/>
              </a:ext>
            </a:extLst>
          </p:cNvPr>
          <p:cNvSpPr txBox="1"/>
          <p:nvPr/>
        </p:nvSpPr>
        <p:spPr>
          <a:xfrm>
            <a:off x="1463040" y="1828800"/>
            <a:ext cx="1554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EBF3F5"/>
                </a:solidFill>
                <a:latin typeface="Aptos"/>
              </a:rPr>
              <a:t>Genre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6A1425-F5DB-2D82-680B-FD69D4B6814F}"/>
              </a:ext>
            </a:extLst>
          </p:cNvPr>
          <p:cNvSpPr txBox="1"/>
          <p:nvPr/>
        </p:nvSpPr>
        <p:spPr>
          <a:xfrm>
            <a:off x="2971800" y="1828800"/>
            <a:ext cx="81381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Action games have the highest total recorded global sales.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DBE0F3-1C86-BB36-706E-EAFF3ACEC09F}"/>
              </a:ext>
            </a:extLst>
          </p:cNvPr>
          <p:cNvSpPr txBox="1"/>
          <p:nvPr/>
        </p:nvSpPr>
        <p:spPr>
          <a:xfrm>
            <a:off x="777240" y="2743200"/>
            <a:ext cx="548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E8B14C"/>
                </a:solidFill>
                <a:latin typeface="Aptos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FA79E5-90EF-3120-A294-6E44A52915FE}"/>
              </a:ext>
            </a:extLst>
          </p:cNvPr>
          <p:cNvSpPr txBox="1"/>
          <p:nvPr/>
        </p:nvSpPr>
        <p:spPr>
          <a:xfrm>
            <a:off x="1463040" y="2743200"/>
            <a:ext cx="1554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EBF3F5"/>
                </a:solidFill>
                <a:latin typeface="Aptos"/>
              </a:rPr>
              <a:t>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FD6A47-5E54-F883-AB56-A51B5EC33BF6}"/>
              </a:ext>
            </a:extLst>
          </p:cNvPr>
          <p:cNvSpPr txBox="1"/>
          <p:nvPr/>
        </p:nvSpPr>
        <p:spPr>
          <a:xfrm>
            <a:off x="2971800" y="2743200"/>
            <a:ext cx="81381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The largest recorded annual total occurs in 2008.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EB29E1-707A-53BE-9127-483BE7F5FF52}"/>
              </a:ext>
            </a:extLst>
          </p:cNvPr>
          <p:cNvSpPr txBox="1"/>
          <p:nvPr/>
        </p:nvSpPr>
        <p:spPr>
          <a:xfrm>
            <a:off x="777240" y="3657600"/>
            <a:ext cx="548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E8B14C"/>
                </a:solidFill>
                <a:latin typeface="Aptos"/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9400B0-6A93-04A6-C8A8-3443627FF428}"/>
              </a:ext>
            </a:extLst>
          </p:cNvPr>
          <p:cNvSpPr txBox="1"/>
          <p:nvPr/>
        </p:nvSpPr>
        <p:spPr>
          <a:xfrm>
            <a:off x="1463040" y="3657600"/>
            <a:ext cx="1554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EBF3F5"/>
                </a:solidFill>
                <a:latin typeface="Aptos"/>
              </a:rPr>
              <a:t>Region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D43C98-E85A-6709-4E25-A3FB1A0FA98A}"/>
              </a:ext>
            </a:extLst>
          </p:cNvPr>
          <p:cNvSpPr txBox="1"/>
          <p:nvPr/>
        </p:nvSpPr>
        <p:spPr>
          <a:xfrm>
            <a:off x="2971800" y="3657600"/>
            <a:ext cx="81381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Sales patterns differ across regions; Role-Playing is especially prominent in Japan.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8B7EF1-3778-658B-AAC2-79EA050DF14F}"/>
              </a:ext>
            </a:extLst>
          </p:cNvPr>
          <p:cNvSpPr txBox="1"/>
          <p:nvPr/>
        </p:nvSpPr>
        <p:spPr>
          <a:xfrm>
            <a:off x="777240" y="4736592"/>
            <a:ext cx="10607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EBF3F5"/>
                </a:solidFill>
                <a:latin typeface="Aptos"/>
              </a:rPr>
              <a:t>Limitation: these findings describe this dataset’s recorded sales and may not represent the complete market.</a:t>
            </a:r>
          </a:p>
        </p:txBody>
      </p:sp>
    </p:spTree>
    <p:extLst>
      <p:ext uri="{BB962C8B-B14F-4D97-AF65-F5344CB8AC3E}">
        <p14:creationId xmlns:p14="http://schemas.microsoft.com/office/powerpoint/2010/main" val="2435618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908-5F4B-5765-680B-8FB7598B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695586"/>
          </a:xfrm>
        </p:spPr>
        <p:txBody>
          <a:bodyPr/>
          <a:lstStyle/>
          <a:p>
            <a:r>
              <a:rPr lang="en-US" sz="2400" dirty="0"/>
              <a:t>Sources: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D4E5B-E32A-B4C9-7A54-8525DAA5D066}"/>
              </a:ext>
            </a:extLst>
          </p:cNvPr>
          <p:cNvSpPr txBox="1"/>
          <p:nvPr/>
        </p:nvSpPr>
        <p:spPr>
          <a:xfrm>
            <a:off x="274320" y="2017417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EBF3F5"/>
                </a:solidFill>
                <a:latin typeface="Aptos"/>
              </a:rPr>
              <a:t>Kaggle, “video game sales” search results — https://www.kaggle.com/datasets?search=video+game+sales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880928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106</TotalTime>
  <Words>342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Century Gothic</vt:lpstr>
      <vt:lpstr>Wingdings</vt:lpstr>
      <vt:lpstr>Wingdings 3</vt:lpstr>
      <vt:lpstr>Ion</vt:lpstr>
      <vt:lpstr>Video Game Sales  Genre, trends, and regional differences    Research Question: How do recorded video game sales vary by genre, over time, and across regions?   By: Naveed Ahmad  </vt:lpstr>
      <vt:lpstr>What does the dataset contain?</vt:lpstr>
      <vt:lpstr>Action games led recorded global sales</vt:lpstr>
      <vt:lpstr>Recorded sales peak in 2008</vt:lpstr>
      <vt:lpstr>Regional sales patterns differ by genre</vt:lpstr>
      <vt:lpstr>PowerPoint Presentation</vt:lpstr>
      <vt:lpstr>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Naveed Ahmad</dc:creator>
  <cp:lastModifiedBy>Naveed Ahmad</cp:lastModifiedBy>
  <cp:revision>1</cp:revision>
  <dcterms:created xsi:type="dcterms:W3CDTF">2026-10-28T18:08:37Z</dcterms:created>
  <dcterms:modified xsi:type="dcterms:W3CDTF">2026-10-28T19:55:13Z</dcterms:modified>
</cp:coreProperties>
</file>